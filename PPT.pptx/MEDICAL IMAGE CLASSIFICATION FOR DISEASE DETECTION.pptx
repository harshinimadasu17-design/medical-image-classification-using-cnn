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7426B-700B-42C5-B10B-C9B8315095E5}" v="32" dt="2026-06-23T11:31:37.31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Madasu" userId="d18c94f727419cfa" providerId="LiveId" clId="{BD3FDC07-9796-47DB-BDD4-0EEB27313D23}"/>
    <pc:docChg chg="custSel addSld delSld modSld">
      <pc:chgData name="Harshini Madasu" userId="d18c94f727419cfa" providerId="LiveId" clId="{BD3FDC07-9796-47DB-BDD4-0EEB27313D23}" dt="2026-06-23T11:42:53.722" v="1602" actId="1076"/>
      <pc:docMkLst>
        <pc:docMk/>
      </pc:docMkLst>
      <pc:sldChg chg="modSp mod">
        <pc:chgData name="Harshini Madasu" userId="d18c94f727419cfa" providerId="LiveId" clId="{BD3FDC07-9796-47DB-BDD4-0EEB27313D23}" dt="2026-06-22T15:29:47.085" v="863" actId="14100"/>
        <pc:sldMkLst>
          <pc:docMk/>
          <pc:sldMk cId="697000875" sldId="256"/>
        </pc:sldMkLst>
        <pc:spChg chg="mod">
          <ac:chgData name="Harshini Madasu" userId="d18c94f727419cfa" providerId="LiveId" clId="{BD3FDC07-9796-47DB-BDD4-0EEB27313D23}" dt="2026-06-22T14:46:36.400" v="150" actId="20577"/>
          <ac:spMkLst>
            <pc:docMk/>
            <pc:sldMk cId="697000875" sldId="256"/>
            <ac:spMk id="2" creationId="{C4366FBC-AFE2-5D51-B55C-FF50BF8ACA14}"/>
          </ac:spMkLst>
        </pc:spChg>
        <pc:spChg chg="mod">
          <ac:chgData name="Harshini Madasu" userId="d18c94f727419cfa" providerId="LiveId" clId="{BD3FDC07-9796-47DB-BDD4-0EEB27313D23}" dt="2026-06-22T15:29:47.085" v="863" actId="14100"/>
          <ac:spMkLst>
            <pc:docMk/>
            <pc:sldMk cId="697000875" sldId="256"/>
            <ac:spMk id="3" creationId="{D74E554E-BB07-10E8-46A6-3CBE5D90508B}"/>
          </ac:spMkLst>
        </pc:spChg>
      </pc:sldChg>
      <pc:sldChg chg="modSp new mod">
        <pc:chgData name="Harshini Madasu" userId="d18c94f727419cfa" providerId="LiveId" clId="{BD3FDC07-9796-47DB-BDD4-0EEB27313D23}" dt="2026-06-23T11:29:08.249" v="1593" actId="27636"/>
        <pc:sldMkLst>
          <pc:docMk/>
          <pc:sldMk cId="430693095" sldId="257"/>
        </pc:sldMkLst>
        <pc:spChg chg="mod">
          <ac:chgData name="Harshini Madasu" userId="d18c94f727419cfa" providerId="LiveId" clId="{BD3FDC07-9796-47DB-BDD4-0EEB27313D23}" dt="2026-06-22T14:48:45.712" v="212" actId="1076"/>
          <ac:spMkLst>
            <pc:docMk/>
            <pc:sldMk cId="430693095" sldId="257"/>
            <ac:spMk id="2" creationId="{FE646130-ACC3-8C26-FD0C-26AB3A0F7C8D}"/>
          </ac:spMkLst>
        </pc:spChg>
        <pc:spChg chg="mod">
          <ac:chgData name="Harshini Madasu" userId="d18c94f727419cfa" providerId="LiveId" clId="{BD3FDC07-9796-47DB-BDD4-0EEB27313D23}" dt="2026-06-23T11:29:08.249" v="1593" actId="27636"/>
          <ac:spMkLst>
            <pc:docMk/>
            <pc:sldMk cId="430693095" sldId="257"/>
            <ac:spMk id="3" creationId="{003AE5C8-D627-8D72-832A-ABBBA51D6381}"/>
          </ac:spMkLst>
        </pc:spChg>
      </pc:sldChg>
      <pc:sldChg chg="modSp new mod">
        <pc:chgData name="Harshini Madasu" userId="d18c94f727419cfa" providerId="LiveId" clId="{BD3FDC07-9796-47DB-BDD4-0EEB27313D23}" dt="2026-06-22T14:53:41.825" v="289" actId="14100"/>
        <pc:sldMkLst>
          <pc:docMk/>
          <pc:sldMk cId="4037207019" sldId="258"/>
        </pc:sldMkLst>
        <pc:spChg chg="mod">
          <ac:chgData name="Harshini Madasu" userId="d18c94f727419cfa" providerId="LiveId" clId="{BD3FDC07-9796-47DB-BDD4-0EEB27313D23}" dt="2026-06-22T14:52:04.200" v="259" actId="1076"/>
          <ac:spMkLst>
            <pc:docMk/>
            <pc:sldMk cId="4037207019" sldId="258"/>
            <ac:spMk id="2" creationId="{8119884C-CC3A-6EA8-82F6-245D3DF4790D}"/>
          </ac:spMkLst>
        </pc:spChg>
        <pc:spChg chg="mod">
          <ac:chgData name="Harshini Madasu" userId="d18c94f727419cfa" providerId="LiveId" clId="{BD3FDC07-9796-47DB-BDD4-0EEB27313D23}" dt="2026-06-22T14:53:41.825" v="289" actId="14100"/>
          <ac:spMkLst>
            <pc:docMk/>
            <pc:sldMk cId="4037207019" sldId="258"/>
            <ac:spMk id="3" creationId="{3BA7D1B3-E37B-F057-9532-02D4D0140CAA}"/>
          </ac:spMkLst>
        </pc:spChg>
      </pc:sldChg>
      <pc:sldChg chg="addSp delSp modSp new mod">
        <pc:chgData name="Harshini Madasu" userId="d18c94f727419cfa" providerId="LiveId" clId="{BD3FDC07-9796-47DB-BDD4-0EEB27313D23}" dt="2026-06-23T11:42:53.722" v="1602" actId="1076"/>
        <pc:sldMkLst>
          <pc:docMk/>
          <pc:sldMk cId="1101704559" sldId="259"/>
        </pc:sldMkLst>
        <pc:spChg chg="mod">
          <ac:chgData name="Harshini Madasu" userId="d18c94f727419cfa" providerId="LiveId" clId="{BD3FDC07-9796-47DB-BDD4-0EEB27313D23}" dt="2026-06-22T14:55:54.167" v="318" actId="1076"/>
          <ac:spMkLst>
            <pc:docMk/>
            <pc:sldMk cId="1101704559" sldId="259"/>
            <ac:spMk id="2" creationId="{EAC70C6D-D16A-619B-31A7-188D02C45D47}"/>
          </ac:spMkLst>
        </pc:spChg>
        <pc:spChg chg="del mod">
          <ac:chgData name="Harshini Madasu" userId="d18c94f727419cfa" providerId="LiveId" clId="{BD3FDC07-9796-47DB-BDD4-0EEB27313D23}" dt="2026-06-22T15:40:04.154" v="1463" actId="478"/>
          <ac:spMkLst>
            <pc:docMk/>
            <pc:sldMk cId="1101704559" sldId="259"/>
            <ac:spMk id="3" creationId="{1BFD9DF5-E0A4-D388-8CFC-E1A390F26708}"/>
          </ac:spMkLst>
        </pc:spChg>
        <pc:spChg chg="add del mod">
          <ac:chgData name="Harshini Madasu" userId="d18c94f727419cfa" providerId="LiveId" clId="{BD3FDC07-9796-47DB-BDD4-0EEB27313D23}" dt="2026-06-23T11:23:44.521" v="1515"/>
          <ac:spMkLst>
            <pc:docMk/>
            <pc:sldMk cId="1101704559" sldId="259"/>
            <ac:spMk id="19" creationId="{F9F512B7-BC5A-6F26-748B-5E397834CA22}"/>
          </ac:spMkLst>
        </pc:spChg>
        <pc:spChg chg="add del mod">
          <ac:chgData name="Harshini Madasu" userId="d18c94f727419cfa" providerId="LiveId" clId="{BD3FDC07-9796-47DB-BDD4-0EEB27313D23}" dt="2026-06-23T11:23:07.869" v="1486"/>
          <ac:spMkLst>
            <pc:docMk/>
            <pc:sldMk cId="1101704559" sldId="259"/>
            <ac:spMk id="22" creationId="{DFFFD4A6-3BB6-241C-D191-B2E1869F15A4}"/>
          </ac:spMkLst>
        </pc:spChg>
        <pc:spChg chg="add mod">
          <ac:chgData name="Harshini Madasu" userId="d18c94f727419cfa" providerId="LiveId" clId="{BD3FDC07-9796-47DB-BDD4-0EEB27313D23}" dt="2026-06-23T11:29:08.227" v="1592" actId="27636"/>
          <ac:spMkLst>
            <pc:docMk/>
            <pc:sldMk cId="1101704559" sldId="259"/>
            <ac:spMk id="27" creationId="{6E54D2AE-C69D-D448-CBAE-D755AC3982E7}"/>
          </ac:spMkLst>
        </pc:spChg>
        <pc:picChg chg="add mod">
          <ac:chgData name="Harshini Madasu" userId="d18c94f727419cfa" providerId="LiveId" clId="{BD3FDC07-9796-47DB-BDD4-0EEB27313D23}" dt="2026-06-23T11:42:53.722" v="1602" actId="1076"/>
          <ac:picMkLst>
            <pc:docMk/>
            <pc:sldMk cId="1101704559" sldId="259"/>
            <ac:picMk id="4" creationId="{250F12CD-4752-AAF1-93FB-7F9691D248FD}"/>
          </ac:picMkLst>
        </pc:picChg>
        <pc:picChg chg="add del mod">
          <ac:chgData name="Harshini Madasu" userId="d18c94f727419cfa" providerId="LiveId" clId="{BD3FDC07-9796-47DB-BDD4-0EEB27313D23}" dt="2026-06-23T11:25:23.324" v="1579" actId="478"/>
          <ac:picMkLst>
            <pc:docMk/>
            <pc:sldMk cId="1101704559" sldId="259"/>
            <ac:picMk id="5" creationId="{74E414A6-71D0-8CE6-1990-9F7A70055602}"/>
          </ac:picMkLst>
        </pc:picChg>
        <pc:cxnChg chg="add del mod">
          <ac:chgData name="Harshini Madasu" userId="d18c94f727419cfa" providerId="LiveId" clId="{BD3FDC07-9796-47DB-BDD4-0EEB27313D23}" dt="2026-06-23T11:23:07.869" v="1484" actId="478"/>
          <ac:cxnSpMkLst>
            <pc:docMk/>
            <pc:sldMk cId="1101704559" sldId="259"/>
            <ac:cxnSpMk id="7" creationId="{FF178372-C77F-C341-9346-F2DCF6604927}"/>
          </ac:cxnSpMkLst>
        </pc:cxnChg>
        <pc:cxnChg chg="add del mod">
          <ac:chgData name="Harshini Madasu" userId="d18c94f727419cfa" providerId="LiveId" clId="{BD3FDC07-9796-47DB-BDD4-0EEB27313D23}" dt="2026-06-23T11:23:14.009" v="1488" actId="478"/>
          <ac:cxnSpMkLst>
            <pc:docMk/>
            <pc:sldMk cId="1101704559" sldId="259"/>
            <ac:cxnSpMk id="10" creationId="{A01C36AC-CB75-88DE-B882-D96966224707}"/>
          </ac:cxnSpMkLst>
        </pc:cxnChg>
        <pc:cxnChg chg="add del mod">
          <ac:chgData name="Harshini Madasu" userId="d18c94f727419cfa" providerId="LiveId" clId="{BD3FDC07-9796-47DB-BDD4-0EEB27313D23}" dt="2026-06-23T11:23:11.001" v="1487" actId="478"/>
          <ac:cxnSpMkLst>
            <pc:docMk/>
            <pc:sldMk cId="1101704559" sldId="259"/>
            <ac:cxnSpMk id="12" creationId="{ECD7C33E-119A-58FD-E658-E13CCFF4F399}"/>
          </ac:cxnSpMkLst>
        </pc:cxnChg>
        <pc:cxnChg chg="add del mod">
          <ac:chgData name="Harshini Madasu" userId="d18c94f727419cfa" providerId="LiveId" clId="{BD3FDC07-9796-47DB-BDD4-0EEB27313D23}" dt="2026-06-23T11:23:18.432" v="1489" actId="478"/>
          <ac:cxnSpMkLst>
            <pc:docMk/>
            <pc:sldMk cId="1101704559" sldId="259"/>
            <ac:cxnSpMk id="14" creationId="{36D1102E-7BCF-0A43-B922-EEA41DA65924}"/>
          </ac:cxnSpMkLst>
        </pc:cxnChg>
        <pc:cxnChg chg="add del">
          <ac:chgData name="Harshini Madasu" userId="d18c94f727419cfa" providerId="LiveId" clId="{BD3FDC07-9796-47DB-BDD4-0EEB27313D23}" dt="2026-06-23T11:23:46.824" v="1516" actId="478"/>
          <ac:cxnSpMkLst>
            <pc:docMk/>
            <pc:sldMk cId="1101704559" sldId="259"/>
            <ac:cxnSpMk id="16" creationId="{DFFE437B-50E3-3D39-46E2-47C99E3A631F}"/>
          </ac:cxnSpMkLst>
        </pc:cxnChg>
        <pc:cxnChg chg="add del mod">
          <ac:chgData name="Harshini Madasu" userId="d18c94f727419cfa" providerId="LiveId" clId="{BD3FDC07-9796-47DB-BDD4-0EEB27313D23}" dt="2026-06-23T11:23:20.799" v="1490" actId="478"/>
          <ac:cxnSpMkLst>
            <pc:docMk/>
            <pc:sldMk cId="1101704559" sldId="259"/>
            <ac:cxnSpMk id="18" creationId="{4BD679B7-FEFB-D32B-832A-1B81D5D1DB70}"/>
          </ac:cxnSpMkLst>
        </pc:cxnChg>
      </pc:sldChg>
      <pc:sldChg chg="addSp modSp new del mod">
        <pc:chgData name="Harshini Madasu" userId="d18c94f727419cfa" providerId="LiveId" clId="{BD3FDC07-9796-47DB-BDD4-0EEB27313D23}" dt="2026-06-22T15:07:53.121" v="589" actId="47"/>
        <pc:sldMkLst>
          <pc:docMk/>
          <pc:sldMk cId="3441202320" sldId="260"/>
        </pc:sldMkLst>
        <pc:spChg chg="mod">
          <ac:chgData name="Harshini Madasu" userId="d18c94f727419cfa" providerId="LiveId" clId="{BD3FDC07-9796-47DB-BDD4-0EEB27313D23}" dt="2026-06-22T15:06:08.344" v="426" actId="1076"/>
          <ac:spMkLst>
            <pc:docMk/>
            <pc:sldMk cId="3441202320" sldId="260"/>
            <ac:spMk id="2" creationId="{DAC18FDA-4121-D5DC-A511-DB947E964D8F}"/>
          </ac:spMkLst>
        </pc:spChg>
        <pc:spChg chg="mod">
          <ac:chgData name="Harshini Madasu" userId="d18c94f727419cfa" providerId="LiveId" clId="{BD3FDC07-9796-47DB-BDD4-0EEB27313D23}" dt="2026-06-22T15:06:35.601" v="431" actId="14100"/>
          <ac:spMkLst>
            <pc:docMk/>
            <pc:sldMk cId="3441202320" sldId="260"/>
            <ac:spMk id="3" creationId="{0E457ED0-34B7-6DAB-B290-5A4F16EBEEAF}"/>
          </ac:spMkLst>
        </pc:spChg>
        <pc:graphicFrameChg chg="add mod modGraphic">
          <ac:chgData name="Harshini Madasu" userId="d18c94f727419cfa" providerId="LiveId" clId="{BD3FDC07-9796-47DB-BDD4-0EEB27313D23}" dt="2026-06-22T15:07:42.054" v="588" actId="14100"/>
          <ac:graphicFrameMkLst>
            <pc:docMk/>
            <pc:sldMk cId="3441202320" sldId="260"/>
            <ac:graphicFrameMk id="4" creationId="{7165E240-E7C3-6E1B-B34B-78C96DAAF65B}"/>
          </ac:graphicFrameMkLst>
        </pc:graphicFrameChg>
      </pc:sldChg>
      <pc:sldChg chg="addSp delSp modSp new mod">
        <pc:chgData name="Harshini Madasu" userId="d18c94f727419cfa" providerId="LiveId" clId="{BD3FDC07-9796-47DB-BDD4-0EEB27313D23}" dt="2026-06-22T15:11:55.711" v="645" actId="255"/>
        <pc:sldMkLst>
          <pc:docMk/>
          <pc:sldMk cId="4198611510" sldId="260"/>
        </pc:sldMkLst>
        <pc:spChg chg="mod">
          <ac:chgData name="Harshini Madasu" userId="d18c94f727419cfa" providerId="LiveId" clId="{BD3FDC07-9796-47DB-BDD4-0EEB27313D23}" dt="2026-06-22T15:11:27.619" v="643" actId="1076"/>
          <ac:spMkLst>
            <pc:docMk/>
            <pc:sldMk cId="4198611510" sldId="260"/>
            <ac:spMk id="2" creationId="{313186F9-C6E8-7DFC-C1D7-27CA138C42A1}"/>
          </ac:spMkLst>
        </pc:spChg>
        <pc:spChg chg="del">
          <ac:chgData name="Harshini Madasu" userId="d18c94f727419cfa" providerId="LiveId" clId="{BD3FDC07-9796-47DB-BDD4-0EEB27313D23}" dt="2026-06-22T15:08:35.699" v="623"/>
          <ac:spMkLst>
            <pc:docMk/>
            <pc:sldMk cId="4198611510" sldId="260"/>
            <ac:spMk id="3" creationId="{30BF09F9-1731-D5CC-D869-D9134B05A26D}"/>
          </ac:spMkLst>
        </pc:spChg>
        <pc:graphicFrameChg chg="add mod modGraphic">
          <ac:chgData name="Harshini Madasu" userId="d18c94f727419cfa" providerId="LiveId" clId="{BD3FDC07-9796-47DB-BDD4-0EEB27313D23}" dt="2026-06-22T15:11:55.711" v="645" actId="255"/>
          <ac:graphicFrameMkLst>
            <pc:docMk/>
            <pc:sldMk cId="4198611510" sldId="260"/>
            <ac:graphicFrameMk id="4" creationId="{18882B60-B768-CECE-F51C-5545C0E7EF2C}"/>
          </ac:graphicFrameMkLst>
        </pc:graphicFrameChg>
      </pc:sldChg>
      <pc:sldChg chg="modSp new mod">
        <pc:chgData name="Harshini Madasu" userId="d18c94f727419cfa" providerId="LiveId" clId="{BD3FDC07-9796-47DB-BDD4-0EEB27313D23}" dt="2026-06-22T15:14:08.949" v="698" actId="1076"/>
        <pc:sldMkLst>
          <pc:docMk/>
          <pc:sldMk cId="1072850968" sldId="261"/>
        </pc:sldMkLst>
        <pc:spChg chg="mod">
          <ac:chgData name="Harshini Madasu" userId="d18c94f727419cfa" providerId="LiveId" clId="{BD3FDC07-9796-47DB-BDD4-0EEB27313D23}" dt="2026-06-22T15:14:00.582" v="697" actId="1076"/>
          <ac:spMkLst>
            <pc:docMk/>
            <pc:sldMk cId="1072850968" sldId="261"/>
            <ac:spMk id="2" creationId="{DF210B7E-08CF-22E0-89F5-638C10A3150A}"/>
          </ac:spMkLst>
        </pc:spChg>
        <pc:spChg chg="mod">
          <ac:chgData name="Harshini Madasu" userId="d18c94f727419cfa" providerId="LiveId" clId="{BD3FDC07-9796-47DB-BDD4-0EEB27313D23}" dt="2026-06-22T15:14:08.949" v="698" actId="1076"/>
          <ac:spMkLst>
            <pc:docMk/>
            <pc:sldMk cId="1072850968" sldId="261"/>
            <ac:spMk id="3" creationId="{F247098B-86A6-13F7-33EB-A119DB4C97FA}"/>
          </ac:spMkLst>
        </pc:spChg>
      </pc:sldChg>
      <pc:sldChg chg="modSp new mod">
        <pc:chgData name="Harshini Madasu" userId="d18c94f727419cfa" providerId="LiveId" clId="{BD3FDC07-9796-47DB-BDD4-0EEB27313D23}" dt="2026-06-22T15:16:39.706" v="744" actId="1076"/>
        <pc:sldMkLst>
          <pc:docMk/>
          <pc:sldMk cId="2053607667" sldId="262"/>
        </pc:sldMkLst>
        <pc:spChg chg="mod">
          <ac:chgData name="Harshini Madasu" userId="d18c94f727419cfa" providerId="LiveId" clId="{BD3FDC07-9796-47DB-BDD4-0EEB27313D23}" dt="2026-06-22T15:15:16.126" v="717" actId="1076"/>
          <ac:spMkLst>
            <pc:docMk/>
            <pc:sldMk cId="2053607667" sldId="262"/>
            <ac:spMk id="2" creationId="{8EF85951-2FE9-4E11-971F-48D19E41EEB9}"/>
          </ac:spMkLst>
        </pc:spChg>
        <pc:spChg chg="mod">
          <ac:chgData name="Harshini Madasu" userId="d18c94f727419cfa" providerId="LiveId" clId="{BD3FDC07-9796-47DB-BDD4-0EEB27313D23}" dt="2026-06-22T15:16:39.706" v="744" actId="1076"/>
          <ac:spMkLst>
            <pc:docMk/>
            <pc:sldMk cId="2053607667" sldId="262"/>
            <ac:spMk id="3" creationId="{A9FF4B65-54EC-9602-9642-CB782AE94B6C}"/>
          </ac:spMkLst>
        </pc:spChg>
      </pc:sldChg>
      <pc:sldChg chg="modSp new mod">
        <pc:chgData name="Harshini Madasu" userId="d18c94f727419cfa" providerId="LiveId" clId="{BD3FDC07-9796-47DB-BDD4-0EEB27313D23}" dt="2026-06-22T15:19:03.084" v="785" actId="27636"/>
        <pc:sldMkLst>
          <pc:docMk/>
          <pc:sldMk cId="4213968915" sldId="263"/>
        </pc:sldMkLst>
        <pc:spChg chg="mod">
          <ac:chgData name="Harshini Madasu" userId="d18c94f727419cfa" providerId="LiveId" clId="{BD3FDC07-9796-47DB-BDD4-0EEB27313D23}" dt="2026-06-22T15:17:54.196" v="771" actId="1076"/>
          <ac:spMkLst>
            <pc:docMk/>
            <pc:sldMk cId="4213968915" sldId="263"/>
            <ac:spMk id="2" creationId="{C8C9EE16-E2D2-6950-A758-E328DD184B59}"/>
          </ac:spMkLst>
        </pc:spChg>
        <pc:spChg chg="mod">
          <ac:chgData name="Harshini Madasu" userId="d18c94f727419cfa" providerId="LiveId" clId="{BD3FDC07-9796-47DB-BDD4-0EEB27313D23}" dt="2026-06-22T15:19:03.084" v="785" actId="27636"/>
          <ac:spMkLst>
            <pc:docMk/>
            <pc:sldMk cId="4213968915" sldId="263"/>
            <ac:spMk id="3" creationId="{F5344CFF-836D-981C-9B73-1944DEA031CC}"/>
          </ac:spMkLst>
        </pc:spChg>
      </pc:sldChg>
      <pc:sldChg chg="addSp modSp new mod">
        <pc:chgData name="Harshini Madasu" userId="d18c94f727419cfa" providerId="LiveId" clId="{BD3FDC07-9796-47DB-BDD4-0EEB27313D23}" dt="2026-06-23T11:31:37.313" v="1600"/>
        <pc:sldMkLst>
          <pc:docMk/>
          <pc:sldMk cId="2885592756" sldId="264"/>
        </pc:sldMkLst>
        <pc:spChg chg="mod">
          <ac:chgData name="Harshini Madasu" userId="d18c94f727419cfa" providerId="LiveId" clId="{BD3FDC07-9796-47DB-BDD4-0EEB27313D23}" dt="2026-06-23T11:31:37.313" v="1600"/>
          <ac:spMkLst>
            <pc:docMk/>
            <pc:sldMk cId="2885592756" sldId="264"/>
            <ac:spMk id="2" creationId="{500EAD71-8F11-9E2B-A955-38EA4F96B5D1}"/>
          </ac:spMkLst>
        </pc:spChg>
        <pc:spChg chg="mod">
          <ac:chgData name="Harshini Madasu" userId="d18c94f727419cfa" providerId="LiveId" clId="{BD3FDC07-9796-47DB-BDD4-0EEB27313D23}" dt="2026-06-22T15:23:34.888" v="814" actId="1076"/>
          <ac:spMkLst>
            <pc:docMk/>
            <pc:sldMk cId="2885592756" sldId="264"/>
            <ac:spMk id="3" creationId="{7F62711A-B976-58DD-4AC6-A3A84425ACF6}"/>
          </ac:spMkLst>
        </pc:spChg>
        <pc:picChg chg="add mod">
          <ac:chgData name="Harshini Madasu" userId="d18c94f727419cfa" providerId="LiveId" clId="{BD3FDC07-9796-47DB-BDD4-0EEB27313D23}" dt="2026-06-22T15:23:41.162" v="815" actId="1076"/>
          <ac:picMkLst>
            <pc:docMk/>
            <pc:sldMk cId="2885592756" sldId="264"/>
            <ac:picMk id="5" creationId="{9982945E-6598-B68A-F967-B073A31D6070}"/>
          </ac:picMkLst>
        </pc:picChg>
        <pc:picChg chg="add mod">
          <ac:chgData name="Harshini Madasu" userId="d18c94f727419cfa" providerId="LiveId" clId="{BD3FDC07-9796-47DB-BDD4-0EEB27313D23}" dt="2026-06-22T15:22:14.387" v="806" actId="14100"/>
          <ac:picMkLst>
            <pc:docMk/>
            <pc:sldMk cId="2885592756" sldId="264"/>
            <ac:picMk id="7" creationId="{5FE9F4D8-2E22-0B6A-C838-C3B895A014AA}"/>
          </ac:picMkLst>
        </pc:picChg>
        <pc:picChg chg="add mod">
          <ac:chgData name="Harshini Madasu" userId="d18c94f727419cfa" providerId="LiveId" clId="{BD3FDC07-9796-47DB-BDD4-0EEB27313D23}" dt="2026-06-22T15:23:46.059" v="816" actId="1076"/>
          <ac:picMkLst>
            <pc:docMk/>
            <pc:sldMk cId="2885592756" sldId="264"/>
            <ac:picMk id="9" creationId="{C43D771D-005E-F4F5-585C-B2CC98EB1A2F}"/>
          </ac:picMkLst>
        </pc:picChg>
      </pc:sldChg>
      <pc:sldChg chg="modSp new mod">
        <pc:chgData name="Harshini Madasu" userId="d18c94f727419cfa" providerId="LiveId" clId="{BD3FDC07-9796-47DB-BDD4-0EEB27313D23}" dt="2026-06-22T15:25:21.663" v="839" actId="1076"/>
        <pc:sldMkLst>
          <pc:docMk/>
          <pc:sldMk cId="159373637" sldId="265"/>
        </pc:sldMkLst>
        <pc:spChg chg="mod">
          <ac:chgData name="Harshini Madasu" userId="d18c94f727419cfa" providerId="LiveId" clId="{BD3FDC07-9796-47DB-BDD4-0EEB27313D23}" dt="2026-06-22T15:25:15.052" v="838" actId="1076"/>
          <ac:spMkLst>
            <pc:docMk/>
            <pc:sldMk cId="159373637" sldId="265"/>
            <ac:spMk id="2" creationId="{79552BE9-F351-5E65-2B02-E55638EA924F}"/>
          </ac:spMkLst>
        </pc:spChg>
        <pc:spChg chg="mod">
          <ac:chgData name="Harshini Madasu" userId="d18c94f727419cfa" providerId="LiveId" clId="{BD3FDC07-9796-47DB-BDD4-0EEB27313D23}" dt="2026-06-22T15:25:21.663" v="839" actId="1076"/>
          <ac:spMkLst>
            <pc:docMk/>
            <pc:sldMk cId="159373637" sldId="265"/>
            <ac:spMk id="3" creationId="{F00344CF-A862-64E4-BFBE-854F2076534A}"/>
          </ac:spMkLst>
        </pc:spChg>
      </pc:sldChg>
      <pc:sldChg chg="modSp new mod">
        <pc:chgData name="Harshini Madasu" userId="d18c94f727419cfa" providerId="LiveId" clId="{BD3FDC07-9796-47DB-BDD4-0EEB27313D23}" dt="2026-06-22T15:26:43.128" v="858" actId="1076"/>
        <pc:sldMkLst>
          <pc:docMk/>
          <pc:sldMk cId="3906853246" sldId="266"/>
        </pc:sldMkLst>
        <pc:spChg chg="mod">
          <ac:chgData name="Harshini Madasu" userId="d18c94f727419cfa" providerId="LiveId" clId="{BD3FDC07-9796-47DB-BDD4-0EEB27313D23}" dt="2026-06-22T15:26:38.007" v="857" actId="1076"/>
          <ac:spMkLst>
            <pc:docMk/>
            <pc:sldMk cId="3906853246" sldId="266"/>
            <ac:spMk id="2" creationId="{797EBACD-537A-5381-225A-7EEBAD692821}"/>
          </ac:spMkLst>
        </pc:spChg>
        <pc:spChg chg="mod">
          <ac:chgData name="Harshini Madasu" userId="d18c94f727419cfa" providerId="LiveId" clId="{BD3FDC07-9796-47DB-BDD4-0EEB27313D23}" dt="2026-06-22T15:26:43.128" v="858" actId="1076"/>
          <ac:spMkLst>
            <pc:docMk/>
            <pc:sldMk cId="3906853246" sldId="266"/>
            <ac:spMk id="3" creationId="{22815186-6B33-D0E0-943B-3501A67D40C6}"/>
          </ac:spMkLst>
        </pc:spChg>
      </pc:sldChg>
      <pc:sldChg chg="addSp modSp new mod">
        <pc:chgData name="Harshini Madasu" userId="d18c94f727419cfa" providerId="LiveId" clId="{BD3FDC07-9796-47DB-BDD4-0EEB27313D23}" dt="2026-06-22T15:29:25.326" v="862" actId="931"/>
        <pc:sldMkLst>
          <pc:docMk/>
          <pc:sldMk cId="3263393308" sldId="267"/>
        </pc:sldMkLst>
        <pc:picChg chg="add mod">
          <ac:chgData name="Harshini Madasu" userId="d18c94f727419cfa" providerId="LiveId" clId="{BD3FDC07-9796-47DB-BDD4-0EEB27313D23}" dt="2026-06-22T15:29:25.326" v="862" actId="931"/>
          <ac:picMkLst>
            <pc:docMk/>
            <pc:sldMk cId="3263393308" sldId="267"/>
            <ac:picMk id="3" creationId="{CF422B83-FAA1-6FB8-FCC0-4E780845524E}"/>
          </ac:picMkLst>
        </pc:picChg>
      </pc:sldChg>
      <pc:sldChg chg="new del">
        <pc:chgData name="Harshini Madasu" userId="d18c94f727419cfa" providerId="LiveId" clId="{BD3FDC07-9796-47DB-BDD4-0EEB27313D23}" dt="2026-06-22T15:29:01.437" v="860" actId="47"/>
        <pc:sldMkLst>
          <pc:docMk/>
          <pc:sldMk cId="3815774177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81BEA-E6DF-4C16-A674-D22677C5233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13AEF-D92C-4694-8780-90D624938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96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13AEF-D92C-4694-8780-90D624938B5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1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74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7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21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01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01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92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26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28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34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2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11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A394-0D72-42E4-98A2-2D101670BC4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3A760-4D0F-4BA3-AFAB-B3E77B881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8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6FBC-AFE2-5D51-B55C-FF50BF8AC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50" y="-472768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/>
              <a:t>MEDICAL IMAGE CLASSIFICATION USING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E554E-BB07-10E8-46A6-3CBE5D905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0685"/>
            <a:ext cx="9144000" cy="2168995"/>
          </a:xfrm>
        </p:spPr>
        <p:txBody>
          <a:bodyPr>
            <a:noAutofit/>
          </a:bodyPr>
          <a:lstStyle/>
          <a:p>
            <a:r>
              <a:rPr lang="en-IN" sz="2800" dirty="0"/>
              <a:t>Project Report</a:t>
            </a:r>
          </a:p>
          <a:p>
            <a:r>
              <a:rPr lang="en-IN" sz="2800" dirty="0"/>
              <a:t>Developed using Python and TensorFlow</a:t>
            </a:r>
          </a:p>
          <a:p>
            <a:r>
              <a:rPr lang="en-IN" sz="2800" dirty="0"/>
              <a:t>Presented By : </a:t>
            </a:r>
          </a:p>
          <a:p>
            <a:r>
              <a:rPr lang="en-IN" sz="2800" dirty="0"/>
              <a:t>Madasu Harshini</a:t>
            </a:r>
          </a:p>
        </p:txBody>
      </p:sp>
    </p:spTree>
    <p:extLst>
      <p:ext uri="{BB962C8B-B14F-4D97-AF65-F5344CB8AC3E}">
        <p14:creationId xmlns:p14="http://schemas.microsoft.com/office/powerpoint/2010/main" val="697000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6130-ACC3-8C26-FD0C-26AB3A0F7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046" y="0"/>
            <a:ext cx="9144000" cy="1051898"/>
          </a:xfrm>
        </p:spPr>
        <p:txBody>
          <a:bodyPr>
            <a:normAutofit/>
          </a:bodyPr>
          <a:lstStyle/>
          <a:p>
            <a:r>
              <a:rPr lang="en-IN" sz="4400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AE5C8-D627-8D72-832A-ABBBA51D6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530" y="1879601"/>
            <a:ext cx="10373032" cy="2893798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Medical Image Classification is a deep learning application that automatically classifies medical images into different categories.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 In this project, chest X-ray images are classified as Normal or Pneumonia using a Convolutional Neural Network (CNN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3069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884C-CC3A-6EA8-82F6-245D3DF47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651" y="0"/>
            <a:ext cx="9144000" cy="904415"/>
          </a:xfrm>
        </p:spPr>
        <p:txBody>
          <a:bodyPr>
            <a:normAutofit/>
          </a:bodyPr>
          <a:lstStyle/>
          <a:p>
            <a:r>
              <a:rPr lang="en-IN" sz="44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7D1B3-E37B-F057-9532-02D4D0140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1691149"/>
            <a:ext cx="11366090" cy="3566652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Manual analysis of X-ray images by doctors takes time and may lead to delays in diagnosis.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The objective is to develop an automated system that can identify pneumonia from chest X-ray images quickly and accurately using deep learning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20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0C6D-D16A-619B-31A7-188D02C45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24079"/>
          </a:xfrm>
        </p:spPr>
        <p:txBody>
          <a:bodyPr>
            <a:normAutofit/>
          </a:bodyPr>
          <a:lstStyle/>
          <a:p>
            <a:r>
              <a:rPr lang="en-IN" sz="4400" dirty="0"/>
              <a:t>Dataset Description</a:t>
            </a:r>
          </a:p>
        </p:txBody>
      </p:sp>
      <p:sp>
        <p:nvSpPr>
          <p:cNvPr id="27" name="Subtitle 26">
            <a:extLst>
              <a:ext uri="{FF2B5EF4-FFF2-40B4-BE49-F238E27FC236}">
                <a16:creationId xmlns:a16="http://schemas.microsoft.com/office/drawing/2014/main" id="{6E54D2AE-C69D-D448-CBAE-D755AC398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028" y="1463038"/>
            <a:ext cx="7552798" cy="4623129"/>
          </a:xfrm>
        </p:spPr>
        <p:txBody>
          <a:bodyPr>
            <a:normAutofit fontScale="40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7000" dirty="0"/>
              <a:t>The dataset contains chest X-ray images divided into: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7000" dirty="0"/>
              <a:t>Normal Images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7000" dirty="0"/>
              <a:t>Pneumonia Images</a:t>
            </a:r>
          </a:p>
          <a:p>
            <a:pPr algn="l"/>
            <a:r>
              <a:rPr lang="en-IN" sz="7000" dirty="0"/>
              <a:t>Dataset Structure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7000" dirty="0"/>
              <a:t>The Chest X-Ray dataset is divided into Training and Testing folders. Each folder contains two classes: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7000" dirty="0"/>
              <a:t>Normal – Healthy lung X-ray images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7000" dirty="0"/>
              <a:t>Pneumonia – X-ray images affected by pneumonia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7000" dirty="0"/>
          </a:p>
          <a:p>
            <a:pPr algn="l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F12CD-4752-AAF1-93FB-7F9691D24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302" y="1876804"/>
            <a:ext cx="4532670" cy="339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0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86F9-C6E8-7DFC-C1D7-27CA138C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09"/>
            <a:ext cx="10515600" cy="1009651"/>
          </a:xfrm>
        </p:spPr>
        <p:txBody>
          <a:bodyPr/>
          <a:lstStyle/>
          <a:p>
            <a:pPr algn="ctr"/>
            <a:r>
              <a:rPr lang="en-IN" dirty="0"/>
              <a:t>Tools and 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882B60-B768-CECE-F51C-5545C0E7E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674056"/>
              </p:ext>
            </p:extLst>
          </p:nvPr>
        </p:nvGraphicFramePr>
        <p:xfrm>
          <a:off x="838200" y="1730202"/>
          <a:ext cx="10515600" cy="339759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444975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3923529"/>
                    </a:ext>
                  </a:extLst>
                </a:gridCol>
              </a:tblGrid>
              <a:tr h="566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93903"/>
                  </a:ext>
                </a:extLst>
              </a:tr>
              <a:tr h="566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Programming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399730"/>
                  </a:ext>
                </a:extLst>
              </a:tr>
              <a:tr h="566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TensorFlow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Deep Learning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880714"/>
                  </a:ext>
                </a:extLst>
              </a:tr>
              <a:tr h="566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Numerical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481167"/>
                  </a:ext>
                </a:extLst>
              </a:tr>
              <a:tr h="566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Development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786372"/>
                  </a:ext>
                </a:extLst>
              </a:tr>
              <a:tr h="566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Image Classification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186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61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0B7E-08CF-22E0-89F5-638C10A3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098B-86A6-13F7-33EB-A119DB4C9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148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Input X-Ray Image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Image Preprocessing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      CNN Model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      Feature Extraction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     Classification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        Normal / Pneumonia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85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5951-2FE9-4E11-971F-48D19E41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Training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F4B65-54EC-9602-9642-CB782AE94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805934"/>
            <a:ext cx="10515600" cy="4833145"/>
          </a:xfrm>
        </p:spPr>
        <p:txBody>
          <a:bodyPr/>
          <a:lstStyle/>
          <a:p>
            <a:r>
              <a:rPr lang="en-IN" dirty="0"/>
              <a:t>Load training images. </a:t>
            </a:r>
          </a:p>
          <a:p>
            <a:r>
              <a:rPr lang="en-IN" dirty="0"/>
              <a:t>Apply preprocessing. </a:t>
            </a:r>
          </a:p>
          <a:p>
            <a:r>
              <a:rPr lang="en-IN" dirty="0"/>
              <a:t>Train CNN model. </a:t>
            </a:r>
          </a:p>
          <a:p>
            <a:r>
              <a:rPr lang="en-IN" dirty="0"/>
              <a:t>Validate using test images. </a:t>
            </a:r>
          </a:p>
          <a:p>
            <a:r>
              <a:rPr lang="en-IN" dirty="0"/>
              <a:t>Save trained model as model.h5.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60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EE16-E2D2-6950-A758-E328DD18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CNN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4CFF-836D-981C-9B73-1944DEA03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6" y="1343818"/>
            <a:ext cx="10515600" cy="4833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Layers Used:</a:t>
            </a:r>
          </a:p>
          <a:p>
            <a:r>
              <a:rPr lang="en-IN" dirty="0"/>
              <a:t>Convolution Layer (Conv2D) </a:t>
            </a:r>
          </a:p>
          <a:p>
            <a:r>
              <a:rPr lang="en-IN" dirty="0"/>
              <a:t>Max Pooling Layer </a:t>
            </a:r>
          </a:p>
          <a:p>
            <a:r>
              <a:rPr lang="en-IN" dirty="0"/>
              <a:t>Convolution Layer </a:t>
            </a:r>
          </a:p>
          <a:p>
            <a:r>
              <a:rPr lang="en-IN" dirty="0"/>
              <a:t>Max Pooling Layer </a:t>
            </a:r>
          </a:p>
          <a:p>
            <a:r>
              <a:rPr lang="en-IN" dirty="0"/>
              <a:t>Flatten Layer </a:t>
            </a:r>
          </a:p>
          <a:p>
            <a:r>
              <a:rPr lang="en-IN" dirty="0"/>
              <a:t>Dense Layer </a:t>
            </a:r>
          </a:p>
          <a:p>
            <a:r>
              <a:rPr lang="en-IN" dirty="0"/>
              <a:t>Output Layer </a:t>
            </a:r>
          </a:p>
          <a:p>
            <a:pPr marL="0" indent="0">
              <a:buNone/>
            </a:pPr>
            <a:r>
              <a:rPr lang="en-IN" dirty="0"/>
              <a:t>CNN automatically extracts important features from X-ray images.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96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AD71-8F11-9E2B-A955-38EA4F96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2711A-B976-58DD-4AC6-A3A84425A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78" y="1599918"/>
            <a:ext cx="10515600" cy="4351338"/>
          </a:xfrm>
        </p:spPr>
        <p:txBody>
          <a:bodyPr/>
          <a:lstStyle/>
          <a:p>
            <a:r>
              <a:rPr lang="en-IN" dirty="0"/>
              <a:t>Successfully classified chest X-ray images. </a:t>
            </a:r>
          </a:p>
          <a:p>
            <a:r>
              <a:rPr lang="en-IN" dirty="0"/>
              <a:t>Generated trained model (model.h5). </a:t>
            </a:r>
          </a:p>
          <a:p>
            <a:r>
              <a:rPr lang="en-IN" dirty="0"/>
              <a:t>Predicted Normal and Pneumonia cases.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2945E-6598-B68A-F967-B073A31D6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7" y="3539531"/>
            <a:ext cx="5545394" cy="2782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9F4D8-2E22-0B6A-C838-C3B895A01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598" y="993058"/>
            <a:ext cx="3444538" cy="2782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D771D-005E-F4F5-585C-B2CC98EB1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23" y="3920428"/>
            <a:ext cx="5270090" cy="25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59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2BE9-F351-5E65-2B02-E55638EA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344CF-A862-64E4-BFBE-854F2076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652905"/>
            <a:ext cx="10515600" cy="4351338"/>
          </a:xfrm>
        </p:spPr>
        <p:txBody>
          <a:bodyPr/>
          <a:lstStyle/>
          <a:p>
            <a:r>
              <a:rPr lang="en-IN" dirty="0"/>
              <a:t>Detect multiple diseases. </a:t>
            </a:r>
          </a:p>
          <a:p>
            <a:r>
              <a:rPr lang="en-IN" dirty="0"/>
              <a:t>Improve model accuracy. </a:t>
            </a:r>
          </a:p>
          <a:p>
            <a:r>
              <a:rPr lang="en-IN" dirty="0"/>
              <a:t>Deploy as a web application. </a:t>
            </a:r>
          </a:p>
          <a:p>
            <a:r>
              <a:rPr lang="en-IN" dirty="0"/>
              <a:t>Integrate with hospital systems. </a:t>
            </a:r>
          </a:p>
          <a:p>
            <a:r>
              <a:rPr lang="en-IN" dirty="0"/>
              <a:t>Real-time diagnosis support.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73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BACD-537A-5381-225A-7EEBAD69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15186-6B33-D0E0-943B-3501A67D4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20" y="1571625"/>
            <a:ext cx="11089640" cy="4351338"/>
          </a:xfrm>
        </p:spPr>
        <p:txBody>
          <a:bodyPr/>
          <a:lstStyle/>
          <a:p>
            <a:r>
              <a:rPr lang="en-IN" dirty="0"/>
              <a:t>The Medical Image Classification system successfully uses a Convolutional Neural Network (CNN) to classify chest X-ray images into Normal and Pneumonia categories.</a:t>
            </a:r>
          </a:p>
          <a:p>
            <a:r>
              <a:rPr lang="en-IN" dirty="0"/>
              <a:t> The project demonstrates the effectiveness of deep learning in healthcare and provides a foundation for intelligent medical diagnosis systems.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85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22B83-FAA1-6FB8-FCC0-4E7808455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93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366</Words>
  <Application>Microsoft Office PowerPoint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2013 - 2022 Theme</vt:lpstr>
      <vt:lpstr>MEDICAL IMAGE CLASSIFICATION USING CNN</vt:lpstr>
      <vt:lpstr>Introduction</vt:lpstr>
      <vt:lpstr>Problem Statement</vt:lpstr>
      <vt:lpstr>Dataset Description</vt:lpstr>
      <vt:lpstr>Tools and Technologies Used</vt:lpstr>
      <vt:lpstr>Project Architecture</vt:lpstr>
      <vt:lpstr>Training Process</vt:lpstr>
      <vt:lpstr>CNN Model Architecture</vt:lpstr>
      <vt:lpstr>Results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Harshini Madasu</dc:creator>
  <cp:lastModifiedBy>Harshini Madasu</cp:lastModifiedBy>
  <cp:revision>1</cp:revision>
  <dcterms:created xsi:type="dcterms:W3CDTF">2026-06-22T09:26:56Z</dcterms:created>
  <dcterms:modified xsi:type="dcterms:W3CDTF">2026-06-23T11:43:03Z</dcterms:modified>
</cp:coreProperties>
</file>